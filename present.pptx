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1365" cy="6858000" type="screen4x3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6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1920240" cy="45720"/>
          </a:xfrm>
          <a:prstGeom prst="rect">
            <a:avLst/>
          </a:prstGeom>
          <a:solidFill>
            <a:srgbClr val="C6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63D24"/>
                </a:solidFill>
                <a:latin typeface="Aptos"/>
              </a:rPr>
              <a:t>BOUNTYLAND</a:t>
            </a:r>
            <a:endParaRPr sz="1100" b="1">
              <a:solidFill>
                <a:srgbClr val="963D2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170432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261E18"/>
                </a:solidFill>
                <a:latin typeface="Aptos"/>
              </a:rPr>
              <a:t>What is BountyLand?</a:t>
            </a:r>
            <a:endParaRPr sz="3400" b="1">
              <a:solidFill>
                <a:srgbClr val="261E1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95443"/>
                </a:solidFill>
                <a:latin typeface="Aptos"/>
              </a:rPr>
              <a:t>A computational bounty frontier.</a:t>
            </a:r>
            <a:endParaRPr sz="1600" b="0">
              <a:solidFill>
                <a:srgbClr val="695443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87000" y="566928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C69142"/>
                </a:solidFill>
                <a:latin typeface="Aptos"/>
              </a:rPr>
              <a:t>01</a:t>
            </a:r>
            <a:endParaRPr sz="3000" b="1">
              <a:solidFill>
                <a:srgbClr val="C6914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761488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8000"/>
              </a:lnSpc>
              <a:spcAft>
                <a:spcPts val="1200"/>
              </a:spcAft>
              <a:defRPr sz="1900">
                <a:solidFill>
                  <a:srgbClr val="261E18"/>
                </a:solidFill>
                <a:latin typeface="Aptos"/>
              </a:defRPr>
            </a:pPr>
            <a:r>
              <a:t>In the western context, a bounty starts with a wanted notice: "wanted, dead or alive."</a:t>
            </a:r>
          </a:p>
          <a:p>
            <a:pPr>
              <a:defRPr sz="1900">
                <a:latin typeface="Aptos"/>
              </a:defRPr>
            </a:pPr>
            <a:r>
              <a:t>Someone posts a bounty; hunters, killers, law enforcement, and judges gather around the same marketplace.</a:t>
            </a:r>
          </a:p>
          <a:p>
            <a:pPr>
              <a:defRPr sz="1900">
                <a:latin typeface="Aptos"/>
              </a:defRPr>
            </a:pPr>
            <a:r>
              <a:t>BountyLand turns that world into a platform where bounties can circulate, be solved, reviewed, and settled.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5443"/>
                </a:solidFill>
                <a:latin typeface="Aptos"/>
              </a:rPr>
              <a:t>BountyLand pitch outline</a:t>
            </a:r>
            <a:endParaRPr sz="900" b="0">
              <a:solidFill>
                <a:srgbClr val="69544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6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1920240" cy="45720"/>
          </a:xfrm>
          <a:prstGeom prst="rect">
            <a:avLst/>
          </a:prstGeom>
          <a:solidFill>
            <a:srgbClr val="C6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63D24"/>
                </a:solidFill>
                <a:latin typeface="Aptos"/>
              </a:rPr>
              <a:t>WANTED ORDER</a:t>
            </a:r>
            <a:endParaRPr sz="1100" b="1">
              <a:solidFill>
                <a:srgbClr val="963D2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170432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261E18"/>
                </a:solidFill>
                <a:latin typeface="Aptos"/>
              </a:rPr>
              <a:t>“通缉令”：Wanted Order</a:t>
            </a:r>
            <a:endParaRPr sz="3400" b="1">
              <a:solidFill>
                <a:srgbClr val="261E1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95443"/>
                </a:solidFill>
                <a:latin typeface="Aptos"/>
              </a:rPr>
              <a:t>A concrete compute bounty with criteria, reward, and settlement.</a:t>
            </a:r>
            <a:endParaRPr sz="1600" b="0">
              <a:solidFill>
                <a:srgbClr val="695443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87000" y="566928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C69142"/>
                </a:solidFill>
                <a:latin typeface="Aptos"/>
              </a:rPr>
              <a:t>02</a:t>
            </a:r>
            <a:endParaRPr sz="3000" b="1">
              <a:solidFill>
                <a:srgbClr val="C6914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2788920"/>
            <a:ext cx="5623560" cy="2122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61E18"/>
                </a:solidFill>
                <a:latin typeface="Aptos"/>
              </a:defRPr>
            </a:pPr>
            <a:r>
              <a:t>在</a:t>
            </a:r>
            <a:r>
              <a:rPr lang="zh-CN"/>
              <a:t>我们的平台</a:t>
            </a:r>
            <a:r>
              <a:t>里，“通缉令”就是一个具体的计算任务。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61E18"/>
                </a:solidFill>
                <a:latin typeface="Aptos"/>
              </a:defRPr>
            </a:pPr>
            <a:r>
              <a:t>用户交给平台后，可以选择由平台提供的 agent 直接解决。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61E18"/>
                </a:solidFill>
                <a:latin typeface="Aptos"/>
              </a:defRPr>
            </a:pPr>
            <a:r>
              <a:t>平台也可以协助拟定任务评判标准、奖赏机制和结算逻辑。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61E18"/>
                </a:solidFill>
                <a:latin typeface="Aptos"/>
              </a:defRPr>
            </a:pPr>
            <a:r>
              <a:t>任务也可以挂进大厅，由市场里的 miner / solver 接单完成。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5443"/>
                </a:solidFill>
                <a:latin typeface="Aptos"/>
              </a:rPr>
              <a:t>BountyLand pitch outline</a:t>
            </a:r>
            <a:endParaRPr sz="900" b="0">
              <a:solidFill>
                <a:srgbClr val="695443"/>
              </a:solidFill>
              <a:latin typeface="Aptos"/>
            </a:endParaRPr>
          </a:p>
        </p:txBody>
      </p:sp>
      <p:pic>
        <p:nvPicPr>
          <p:cNvPr id="10" name="Picture 9" descr="wante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9275" y="1844675"/>
            <a:ext cx="2785110" cy="38138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1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1920240" cy="45720"/>
          </a:xfrm>
          <a:prstGeom prst="rect">
            <a:avLst/>
          </a:prstGeom>
          <a:solidFill>
            <a:srgbClr val="C6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14109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100" b="1">
                <a:solidFill>
                  <a:srgbClr val="963D24"/>
                </a:solidFill>
                <a:latin typeface="Aptos"/>
              </a:rPr>
              <a:t>KILLER DEBUT</a:t>
            </a:r>
            <a:endParaRPr lang="en-US" sz="1100" b="1">
              <a:solidFill>
                <a:srgbClr val="963D2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170432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261E18"/>
                </a:solidFill>
                <a:latin typeface="Aptos"/>
              </a:rPr>
              <a:t>Our First Killer: Web3 Audit / Debug Agent</a:t>
            </a:r>
            <a:endParaRPr sz="3400" b="1">
              <a:solidFill>
                <a:srgbClr val="261E1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95443"/>
                </a:solidFill>
                <a:latin typeface="Aptos"/>
              </a:rPr>
              <a:t>Hooked with GLM-4.5 Flash.</a:t>
            </a:r>
            <a:endParaRPr sz="1600" b="0">
              <a:solidFill>
                <a:srgbClr val="695443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87000" y="566928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C69142"/>
                </a:solidFill>
                <a:latin typeface="Aptos"/>
              </a:rPr>
              <a:t>03</a:t>
            </a:r>
            <a:endParaRPr sz="3000" b="1">
              <a:solidFill>
                <a:srgbClr val="C6914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105" y="2788920"/>
            <a:ext cx="7120255" cy="267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61E18"/>
                </a:solidFill>
                <a:latin typeface="Aptos"/>
              </a:defRPr>
            </a:pPr>
            <a:r>
              <a:t>Covers painful tasks individuals cannot easily solve alone: protocol audit, exploit triage, and bug diagnosis.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61E18"/>
                </a:solidFill>
                <a:latin typeface="Aptos"/>
              </a:defRPr>
            </a:pPr>
            <a:r>
              <a:t>Reads code, logs, test failures, and context to produce root cause, evidence, patch suggestion, and verification steps.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61E18"/>
                </a:solidFill>
                <a:latin typeface="Aptos"/>
              </a:defRPr>
            </a:pPr>
            <a:r>
              <a:t>Works as a reference auditor: scores outputs, detects evaluator deviation, and supports human review.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61E18"/>
                </a:solidFill>
                <a:latin typeface="Aptos"/>
              </a:defRPr>
            </a:pPr>
            <a:r>
              <a:t>The first flagship killer in the BountyLand Hall of Fame, hooked with GLM-4.5 Flash.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5443"/>
                </a:solidFill>
                <a:latin typeface="Aptos"/>
              </a:rPr>
              <a:t>BountyLand pitch outline</a:t>
            </a:r>
            <a:endParaRPr sz="900" b="0">
              <a:solidFill>
                <a:srgbClr val="695443"/>
              </a:solidFill>
              <a:latin typeface="Aptos"/>
            </a:endParaRPr>
          </a:p>
        </p:txBody>
      </p:sp>
      <p:pic>
        <p:nvPicPr>
          <p:cNvPr id="10" name="Picture 9" descr="agent_for_pp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4405" y="2350135"/>
            <a:ext cx="2266315" cy="3521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6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1920240" cy="45720"/>
          </a:xfrm>
          <a:prstGeom prst="rect">
            <a:avLst/>
          </a:prstGeom>
          <a:solidFill>
            <a:srgbClr val="C6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79641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100" b="1">
                <a:solidFill>
                  <a:srgbClr val="963D24"/>
                </a:solidFill>
                <a:latin typeface="Aptos"/>
              </a:rPr>
              <a:t>HALL-OF-FAME KILLERS</a:t>
            </a:r>
            <a:endParaRPr lang="en-US" sz="1100" b="1">
              <a:solidFill>
                <a:srgbClr val="963D2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170432"/>
            <a:ext cx="9046845" cy="11372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400" b="1">
                <a:solidFill>
                  <a:srgbClr val="261E18"/>
                </a:solidFill>
                <a:latin typeface="Aptos"/>
              </a:rPr>
              <a:t>BountyLand is </a:t>
            </a:r>
            <a:r>
              <a:rPr sz="3400" b="1">
                <a:solidFill>
                  <a:srgbClr val="261E18"/>
                </a:solidFill>
                <a:latin typeface="Aptos"/>
              </a:rPr>
              <a:t>Also an Agent Publishing </a:t>
            </a:r>
            <a:r>
              <a:rPr lang="en-US" sz="3400" b="1">
                <a:solidFill>
                  <a:srgbClr val="261E18"/>
                </a:solidFill>
                <a:latin typeface="Aptos"/>
              </a:rPr>
              <a:t>&amp;</a:t>
            </a:r>
            <a:r>
              <a:rPr sz="3400" b="1">
                <a:solidFill>
                  <a:srgbClr val="261E18"/>
                </a:solidFill>
                <a:latin typeface="Aptos"/>
              </a:rPr>
              <a:t> </a:t>
            </a:r>
            <a:endParaRPr sz="3400" b="1">
              <a:solidFill>
                <a:srgbClr val="261E18"/>
              </a:solidFill>
              <a:latin typeface="Aptos"/>
            </a:endParaRPr>
          </a:p>
          <a:p>
            <a:pPr algn="l"/>
            <a:r>
              <a:rPr sz="3400" b="1">
                <a:solidFill>
                  <a:srgbClr val="261E18"/>
                </a:solidFill>
                <a:latin typeface="Aptos"/>
              </a:rPr>
              <a:t>Evaluation Platform</a:t>
            </a:r>
            <a:endParaRPr sz="3400" b="1">
              <a:solidFill>
                <a:srgbClr val="261E1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2347468"/>
            <a:ext cx="431546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600" b="0">
                <a:solidFill>
                  <a:srgbClr val="695443"/>
                </a:solidFill>
                <a:latin typeface="Aptos"/>
              </a:rPr>
              <a:t>Our agents accept open review &amp; gossips</a:t>
            </a:r>
            <a:r>
              <a:rPr sz="1600" b="0">
                <a:solidFill>
                  <a:srgbClr val="695443"/>
                </a:solidFill>
                <a:latin typeface="Aptos"/>
              </a:rPr>
              <a:t>.</a:t>
            </a:r>
            <a:endParaRPr sz="1600" b="0">
              <a:solidFill>
                <a:srgbClr val="695443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87000" y="566928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C69142"/>
                </a:solidFill>
                <a:latin typeface="Aptos"/>
              </a:rPr>
              <a:t>04</a:t>
            </a:r>
            <a:endParaRPr sz="3000" b="1">
              <a:solidFill>
                <a:srgbClr val="C6914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3019298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8000"/>
              </a:lnSpc>
              <a:spcAft>
                <a:spcPts val="1200"/>
              </a:spcAft>
              <a:defRPr sz="1900">
                <a:solidFill>
                  <a:srgbClr val="261E18"/>
                </a:solidFill>
                <a:latin typeface="Aptos"/>
              </a:defRPr>
            </a:pPr>
            <a:r>
              <a:t>Killer agents are open to public discussion, review, challenge, and gossip.</a:t>
            </a:r>
          </a:p>
          <a:p>
            <a:pPr marL="0">
              <a:lnSpc>
                <a:spcPct val="108000"/>
              </a:lnSpc>
              <a:spcAft>
                <a:spcPts val="1200"/>
              </a:spcAft>
              <a:defRPr sz="1900">
                <a:solidFill>
                  <a:srgbClr val="261E18"/>
                </a:solidFill>
                <a:latin typeface="Aptos"/>
              </a:defRPr>
            </a:pPr>
            <a:r>
              <a:t>For the platform, review becomes supervision: a feedback loop for improving agent logic and computation services.</a:t>
            </a:r>
          </a:p>
          <a:p>
            <a:pPr marL="0">
              <a:lnSpc>
                <a:spcPct val="108000"/>
              </a:lnSpc>
              <a:spcAft>
                <a:spcPts val="1200"/>
              </a:spcAft>
              <a:defRPr sz="1900">
                <a:solidFill>
                  <a:srgbClr val="261E18"/>
                </a:solidFill>
                <a:latin typeface="Aptos"/>
              </a:defRPr>
            </a:pPr>
            <a:r>
              <a:t>For users, reputation helps decide whether to use a killer agent or post the task in the hall for miners.</a:t>
            </a:r>
          </a:p>
          <a:p>
            <a:pPr marL="0">
              <a:lnSpc>
                <a:spcPct val="108000"/>
              </a:lnSpc>
              <a:spcAft>
                <a:spcPts val="1200"/>
              </a:spcAft>
              <a:defRPr sz="1900">
                <a:solidFill>
                  <a:srgbClr val="261E18"/>
                </a:solidFill>
                <a:latin typeface="Aptos"/>
              </a:defRPr>
            </a:pPr>
            <a:r>
              <a:t>When an agent proves itself over time, it can graduate into the Hall of Fame Killer Agent roster.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5443"/>
                </a:solidFill>
                <a:latin typeface="Aptos"/>
              </a:rPr>
              <a:t>BountyLand pitch outline</a:t>
            </a:r>
            <a:endParaRPr sz="900" b="0">
              <a:solidFill>
                <a:srgbClr val="695443"/>
              </a:solidFill>
              <a:latin typeface="Apto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GEwMWIyNjhiOWQ3MzE1MTc1YWNiZGM0N2U0NDMzZWY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1678</Words>
  <Application>WPS Presentation</Application>
  <PresentationFormat>On-screen Show (4:3)</PresentationFormat>
  <Paragraphs>60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Arial</vt:lpstr>
      <vt:lpstr>Aptos</vt:lpstr>
      <vt:lpstr>Thonburi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haotianchu</cp:lastModifiedBy>
  <cp:revision>4</cp:revision>
  <dcterms:created xsi:type="dcterms:W3CDTF">2026-06-11T21:34:27Z</dcterms:created>
  <dcterms:modified xsi:type="dcterms:W3CDTF">2026-06-11T21:34:27Z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3929266C0452CD6537BB2A6A8AF7A2CE_42</vt:lpwstr>
  </property>
  <property fmtid="{D5CDD505-2E9C-101B-9397-08002B2CF9AE}" pid="3" name="KSOProductBuildVer">
    <vt:lpwstr>1033-6.12.1.8902</vt:lpwstr>
  </property>
</Properties>
</file>